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22" r:id="rId5"/>
    <p:sldMasterId id="2147483696" r:id="rId6"/>
  </p:sldMasterIdLst>
  <p:notesMasterIdLst>
    <p:notesMasterId r:id="rId10"/>
  </p:notesMasterIdLst>
  <p:sldIdLst>
    <p:sldId id="259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6"/>
    <a:srgbClr val="FBFBFB"/>
    <a:srgbClr val="BDBDBD"/>
    <a:srgbClr val="63656B"/>
    <a:srgbClr val="EFEFE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2D98A4-0E05-4D21-8A4D-BBD04F7B9870}" v="86" dt="2021-01-11T21:07:18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10" autoAdjust="0"/>
    <p:restoredTop sz="94706" autoAdjust="0"/>
  </p:normalViewPr>
  <p:slideViewPr>
    <p:cSldViewPr snapToGrid="0">
      <p:cViewPr varScale="1">
        <p:scale>
          <a:sx n="62" d="100"/>
          <a:sy n="62" d="100"/>
        </p:scale>
        <p:origin x="78" y="4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153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linger, Randy" userId="5a4234cd-9449-4497-bf0e-9bb1a5fe37fb" providerId="ADAL" clId="{822D98A4-0E05-4D21-8A4D-BBD04F7B9870}"/>
    <pc:docChg chg="undo custSel addSld delSld modSld sldOrd modMainMaster">
      <pc:chgData name="Bolinger, Randy" userId="5a4234cd-9449-4497-bf0e-9bb1a5fe37fb" providerId="ADAL" clId="{822D98A4-0E05-4D21-8A4D-BBD04F7B9870}" dt="2021-01-12T01:27:50.443" v="115" actId="2696"/>
      <pc:docMkLst>
        <pc:docMk/>
      </pc:docMkLst>
      <pc:sldChg chg="modSp">
        <pc:chgData name="Bolinger, Randy" userId="5a4234cd-9449-4497-bf0e-9bb1a5fe37fb" providerId="ADAL" clId="{822D98A4-0E05-4D21-8A4D-BBD04F7B9870}" dt="2021-01-08T21:13:24.672" v="7" actId="20577"/>
        <pc:sldMkLst>
          <pc:docMk/>
          <pc:sldMk cId="4011859588" sldId="260"/>
        </pc:sldMkLst>
        <pc:spChg chg="mod">
          <ac:chgData name="Bolinger, Randy" userId="5a4234cd-9449-4497-bf0e-9bb1a5fe37fb" providerId="ADAL" clId="{822D98A4-0E05-4D21-8A4D-BBD04F7B9870}" dt="2021-01-08T21:13:24.672" v="7" actId="20577"/>
          <ac:spMkLst>
            <pc:docMk/>
            <pc:sldMk cId="4011859588" sldId="260"/>
            <ac:spMk id="2" creationId="{402B64D9-60CC-41A0-9FDC-288274C08C55}"/>
          </ac:spMkLst>
        </pc:spChg>
      </pc:sldChg>
      <pc:sldChg chg="addSp delSp modSp del">
        <pc:chgData name="Bolinger, Randy" userId="5a4234cd-9449-4497-bf0e-9bb1a5fe37fb" providerId="ADAL" clId="{822D98A4-0E05-4D21-8A4D-BBD04F7B9870}" dt="2021-01-12T01:27:50.434" v="113" actId="2696"/>
        <pc:sldMkLst>
          <pc:docMk/>
          <pc:sldMk cId="2646266288" sldId="262"/>
        </pc:sldMkLst>
        <pc:spChg chg="mod">
          <ac:chgData name="Bolinger, Randy" userId="5a4234cd-9449-4497-bf0e-9bb1a5fe37fb" providerId="ADAL" clId="{822D98A4-0E05-4D21-8A4D-BBD04F7B9870}" dt="2021-01-08T21:12:22.686" v="5" actId="20577"/>
          <ac:spMkLst>
            <pc:docMk/>
            <pc:sldMk cId="2646266288" sldId="262"/>
            <ac:spMk id="4" creationId="{BCD0FD83-52F0-411F-B3B8-ECA9EA79E612}"/>
          </ac:spMkLst>
        </pc:spChg>
        <pc:spChg chg="mod">
          <ac:chgData name="Bolinger, Randy" userId="5a4234cd-9449-4497-bf0e-9bb1a5fe37fb" providerId="ADAL" clId="{822D98A4-0E05-4D21-8A4D-BBD04F7B9870}" dt="2021-01-08T21:12:21.887" v="4" actId="20577"/>
          <ac:spMkLst>
            <pc:docMk/>
            <pc:sldMk cId="2646266288" sldId="262"/>
            <ac:spMk id="5" creationId="{B7539DBC-A306-417F-B59A-27FC17A7EC27}"/>
          </ac:spMkLst>
        </pc:spChg>
        <pc:picChg chg="add del">
          <ac:chgData name="Bolinger, Randy" userId="5a4234cd-9449-4497-bf0e-9bb1a5fe37fb" providerId="ADAL" clId="{822D98A4-0E05-4D21-8A4D-BBD04F7B9870}" dt="2021-01-11T21:05:16.366" v="52"/>
          <ac:picMkLst>
            <pc:docMk/>
            <pc:sldMk cId="2646266288" sldId="262"/>
            <ac:picMk id="9" creationId="{E9A8B933-014D-4BA2-8DF6-43319517EF9A}"/>
          </ac:picMkLst>
        </pc:picChg>
        <pc:picChg chg="add del">
          <ac:chgData name="Bolinger, Randy" userId="5a4234cd-9449-4497-bf0e-9bb1a5fe37fb" providerId="ADAL" clId="{822D98A4-0E05-4D21-8A4D-BBD04F7B9870}" dt="2021-01-11T21:05:16.115" v="51"/>
          <ac:picMkLst>
            <pc:docMk/>
            <pc:sldMk cId="2646266288" sldId="262"/>
            <ac:picMk id="10" creationId="{95018803-53DC-4FAB-825C-491C5ED76F6D}"/>
          </ac:picMkLst>
        </pc:picChg>
        <pc:picChg chg="add del">
          <ac:chgData name="Bolinger, Randy" userId="5a4234cd-9449-4497-bf0e-9bb1a5fe37fb" providerId="ADAL" clId="{822D98A4-0E05-4D21-8A4D-BBD04F7B9870}" dt="2021-01-11T21:05:15.946" v="50"/>
          <ac:picMkLst>
            <pc:docMk/>
            <pc:sldMk cId="2646266288" sldId="262"/>
            <ac:picMk id="11" creationId="{063B2AC0-FF72-4F0F-8B97-4DDF0844AE3E}"/>
          </ac:picMkLst>
        </pc:picChg>
        <pc:picChg chg="add mod">
          <ac:chgData name="Bolinger, Randy" userId="5a4234cd-9449-4497-bf0e-9bb1a5fe37fb" providerId="ADAL" clId="{822D98A4-0E05-4D21-8A4D-BBD04F7B9870}" dt="2021-01-11T21:05:50.115" v="57"/>
          <ac:picMkLst>
            <pc:docMk/>
            <pc:sldMk cId="2646266288" sldId="262"/>
            <ac:picMk id="2050" creationId="{5D5AB6AF-D3E2-4E8C-834A-E9E0601A29ED}"/>
          </ac:picMkLst>
        </pc:picChg>
      </pc:sldChg>
      <pc:sldChg chg="addSp delSp modSp">
        <pc:chgData name="Bolinger, Randy" userId="5a4234cd-9449-4497-bf0e-9bb1a5fe37fb" providerId="ADAL" clId="{822D98A4-0E05-4D21-8A4D-BBD04F7B9870}" dt="2021-01-11T21:07:30.649" v="111" actId="478"/>
        <pc:sldMkLst>
          <pc:docMk/>
          <pc:sldMk cId="4249978263" sldId="263"/>
        </pc:sldMkLst>
        <pc:spChg chg="del">
          <ac:chgData name="Bolinger, Randy" userId="5a4234cd-9449-4497-bf0e-9bb1a5fe37fb" providerId="ADAL" clId="{822D98A4-0E05-4D21-8A4D-BBD04F7B9870}" dt="2021-01-11T16:59:12.255" v="8" actId="478"/>
          <ac:spMkLst>
            <pc:docMk/>
            <pc:sldMk cId="4249978263" sldId="263"/>
            <ac:spMk id="2" creationId="{5A7D1B57-DF5F-406B-B94F-3B66B20AE295}"/>
          </ac:spMkLst>
        </pc:spChg>
        <pc:spChg chg="del mod">
          <ac:chgData name="Bolinger, Randy" userId="5a4234cd-9449-4497-bf0e-9bb1a5fe37fb" providerId="ADAL" clId="{822D98A4-0E05-4D21-8A4D-BBD04F7B9870}" dt="2021-01-11T21:07:30.649" v="111" actId="478"/>
          <ac:spMkLst>
            <pc:docMk/>
            <pc:sldMk cId="4249978263" sldId="263"/>
            <ac:spMk id="4" creationId="{E84C52BC-DBFB-4D87-A790-107178D65A0F}"/>
          </ac:spMkLst>
        </pc:spChg>
        <pc:picChg chg="add del mod">
          <ac:chgData name="Bolinger, Randy" userId="5a4234cd-9449-4497-bf0e-9bb1a5fe37fb" providerId="ADAL" clId="{822D98A4-0E05-4D21-8A4D-BBD04F7B9870}" dt="2021-01-11T21:05:08.237" v="46" actId="478"/>
          <ac:picMkLst>
            <pc:docMk/>
            <pc:sldMk cId="4249978263" sldId="263"/>
            <ac:picMk id="6" creationId="{9D6FB2CB-4AF4-4F43-A2C7-8FFACE99DD47}"/>
          </ac:picMkLst>
        </pc:picChg>
      </pc:sldChg>
      <pc:sldChg chg="addSp modSp add del">
        <pc:chgData name="Bolinger, Randy" userId="5a4234cd-9449-4497-bf0e-9bb1a5fe37fb" providerId="ADAL" clId="{822D98A4-0E05-4D21-8A4D-BBD04F7B9870}" dt="2021-01-11T20:00:16.291" v="38" actId="2696"/>
        <pc:sldMkLst>
          <pc:docMk/>
          <pc:sldMk cId="155107475" sldId="264"/>
        </pc:sldMkLst>
        <pc:spChg chg="add mod">
          <ac:chgData name="Bolinger, Randy" userId="5a4234cd-9449-4497-bf0e-9bb1a5fe37fb" providerId="ADAL" clId="{822D98A4-0E05-4D21-8A4D-BBD04F7B9870}" dt="2021-01-11T19:31:02.368" v="37" actId="14100"/>
          <ac:spMkLst>
            <pc:docMk/>
            <pc:sldMk cId="155107475" sldId="264"/>
            <ac:spMk id="6" creationId="{5D189188-4DD0-46B9-9AB2-71AFC2E7F348}"/>
          </ac:spMkLst>
        </pc:spChg>
        <pc:picChg chg="add mod">
          <ac:chgData name="Bolinger, Randy" userId="5a4234cd-9449-4497-bf0e-9bb1a5fe37fb" providerId="ADAL" clId="{822D98A4-0E05-4D21-8A4D-BBD04F7B9870}" dt="2021-01-11T19:28:44.141" v="23" actId="1076"/>
          <ac:picMkLst>
            <pc:docMk/>
            <pc:sldMk cId="155107475" sldId="264"/>
            <ac:picMk id="5" creationId="{1D71FDC3-44F1-4549-A046-30FFA7C877B5}"/>
          </ac:picMkLst>
        </pc:picChg>
        <pc:picChg chg="add mod">
          <ac:chgData name="Bolinger, Randy" userId="5a4234cd-9449-4497-bf0e-9bb1a5fe37fb" providerId="ADAL" clId="{822D98A4-0E05-4D21-8A4D-BBD04F7B9870}" dt="2021-01-11T19:28:57.228" v="27" actId="1076"/>
          <ac:picMkLst>
            <pc:docMk/>
            <pc:sldMk cId="155107475" sldId="264"/>
            <ac:picMk id="1026" creationId="{581110F7-5777-4AFA-A492-846EE22D47F9}"/>
          </ac:picMkLst>
        </pc:picChg>
      </pc:sldChg>
      <pc:sldChg chg="modSp add del">
        <pc:chgData name="Bolinger, Randy" userId="5a4234cd-9449-4497-bf0e-9bb1a5fe37fb" providerId="ADAL" clId="{822D98A4-0E05-4D21-8A4D-BBD04F7B9870}" dt="2021-01-12T01:27:50.443" v="115" actId="2696"/>
        <pc:sldMkLst>
          <pc:docMk/>
          <pc:sldMk cId="242080225" sldId="264"/>
        </pc:sldMkLst>
        <pc:picChg chg="mod">
          <ac:chgData name="Bolinger, Randy" userId="5a4234cd-9449-4497-bf0e-9bb1a5fe37fb" providerId="ADAL" clId="{822D98A4-0E05-4D21-8A4D-BBD04F7B9870}" dt="2021-01-11T21:06:13.712" v="58"/>
          <ac:picMkLst>
            <pc:docMk/>
            <pc:sldMk cId="242080225" sldId="264"/>
            <ac:picMk id="2050" creationId="{5D5AB6AF-D3E2-4E8C-834A-E9E0601A29ED}"/>
          </ac:picMkLst>
        </pc:picChg>
      </pc:sldChg>
      <pc:sldChg chg="modSp add del ord">
        <pc:chgData name="Bolinger, Randy" userId="5a4234cd-9449-4497-bf0e-9bb1a5fe37fb" providerId="ADAL" clId="{822D98A4-0E05-4D21-8A4D-BBD04F7B9870}" dt="2021-01-12T01:27:50.435" v="114" actId="2696"/>
        <pc:sldMkLst>
          <pc:docMk/>
          <pc:sldMk cId="3670665187" sldId="265"/>
        </pc:sldMkLst>
        <pc:picChg chg="mod">
          <ac:chgData name="Bolinger, Randy" userId="5a4234cd-9449-4497-bf0e-9bb1a5fe37fb" providerId="ADAL" clId="{822D98A4-0E05-4D21-8A4D-BBD04F7B9870}" dt="2021-01-11T21:07:09.128" v="107" actId="1076"/>
          <ac:picMkLst>
            <pc:docMk/>
            <pc:sldMk cId="3670665187" sldId="265"/>
            <ac:picMk id="2050" creationId="{5D5AB6AF-D3E2-4E8C-834A-E9E0601A29ED}"/>
          </ac:picMkLst>
        </pc:picChg>
      </pc:sldChg>
      <pc:sldChg chg="addSp delSp modSp add del">
        <pc:chgData name="Bolinger, Randy" userId="5a4234cd-9449-4497-bf0e-9bb1a5fe37fb" providerId="ADAL" clId="{822D98A4-0E05-4D21-8A4D-BBD04F7B9870}" dt="2021-01-12T01:27:50.427" v="112" actId="2696"/>
        <pc:sldMkLst>
          <pc:docMk/>
          <pc:sldMk cId="1366309895" sldId="266"/>
        </pc:sldMkLst>
        <pc:picChg chg="add mod">
          <ac:chgData name="Bolinger, Randy" userId="5a4234cd-9449-4497-bf0e-9bb1a5fe37fb" providerId="ADAL" clId="{822D98A4-0E05-4D21-8A4D-BBD04F7B9870}" dt="2021-01-11T21:07:18.366" v="110" actId="1076"/>
          <ac:picMkLst>
            <pc:docMk/>
            <pc:sldMk cId="1366309895" sldId="266"/>
            <ac:picMk id="10" creationId="{D9D92829-13E7-4838-998D-833048AD649C}"/>
          </ac:picMkLst>
        </pc:picChg>
        <pc:picChg chg="del">
          <ac:chgData name="Bolinger, Randy" userId="5a4234cd-9449-4497-bf0e-9bb1a5fe37fb" providerId="ADAL" clId="{822D98A4-0E05-4D21-8A4D-BBD04F7B9870}" dt="2021-01-11T21:07:14.458" v="108" actId="478"/>
          <ac:picMkLst>
            <pc:docMk/>
            <pc:sldMk cId="1366309895" sldId="266"/>
            <ac:picMk id="2050" creationId="{5D5AB6AF-D3E2-4E8C-834A-E9E0601A29ED}"/>
          </ac:picMkLst>
        </pc:picChg>
      </pc:sldChg>
      <pc:sldMasterChg chg="addSp modSp">
        <pc:chgData name="Bolinger, Randy" userId="5a4234cd-9449-4497-bf0e-9bb1a5fe37fb" providerId="ADAL" clId="{822D98A4-0E05-4D21-8A4D-BBD04F7B9870}" dt="2021-01-08T21:11:38.657" v="0"/>
        <pc:sldMasterMkLst>
          <pc:docMk/>
          <pc:sldMasterMk cId="2883184141" sldId="2147483723"/>
        </pc:sldMasterMkLst>
        <pc:spChg chg="add mod">
          <ac:chgData name="Bolinger, Randy" userId="5a4234cd-9449-4497-bf0e-9bb1a5fe37fb" providerId="ADAL" clId="{822D98A4-0E05-4D21-8A4D-BBD04F7B9870}" dt="2021-01-08T21:11:38.657" v="0"/>
          <ac:spMkLst>
            <pc:docMk/>
            <pc:sldMasterMk cId="2883184141" sldId="2147483723"/>
            <ac:spMk id="2" creationId="{63D065BF-604A-4E43-BDCA-5B9A57DF27E5}"/>
          </ac:spMkLst>
        </pc:spChg>
        <pc:spChg chg="add mod">
          <ac:chgData name="Bolinger, Randy" userId="5a4234cd-9449-4497-bf0e-9bb1a5fe37fb" providerId="ADAL" clId="{822D98A4-0E05-4D21-8A4D-BBD04F7B9870}" dt="2021-01-08T21:11:38.657" v="0"/>
          <ac:spMkLst>
            <pc:docMk/>
            <pc:sldMasterMk cId="2883184141" sldId="2147483723"/>
            <ac:spMk id="3" creationId="{3D9A0670-8D2A-4EF2-ACC7-F6454FCEB82F}"/>
          </ac:spMkLst>
        </pc:spChg>
        <pc:spChg chg="add mod">
          <ac:chgData name="Bolinger, Randy" userId="5a4234cd-9449-4497-bf0e-9bb1a5fe37fb" providerId="ADAL" clId="{822D98A4-0E05-4D21-8A4D-BBD04F7B9870}" dt="2021-01-08T21:11:38.657" v="0"/>
          <ac:spMkLst>
            <pc:docMk/>
            <pc:sldMasterMk cId="2883184141" sldId="2147483723"/>
            <ac:spMk id="4" creationId="{2CAF8AB8-D8AF-4B79-A9F9-4E5115980F0C}"/>
          </ac:spMkLst>
        </pc:spChg>
        <pc:spChg chg="add mod">
          <ac:chgData name="Bolinger, Randy" userId="5a4234cd-9449-4497-bf0e-9bb1a5fe37fb" providerId="ADAL" clId="{822D98A4-0E05-4D21-8A4D-BBD04F7B9870}" dt="2021-01-08T21:11:38.657" v="0"/>
          <ac:spMkLst>
            <pc:docMk/>
            <pc:sldMasterMk cId="2883184141" sldId="2147483723"/>
            <ac:spMk id="5" creationId="{AACD3113-F44C-4AAA-AA58-85BF9D3F8772}"/>
          </ac:spMkLst>
        </pc:spChg>
        <pc:spChg chg="add mod">
          <ac:chgData name="Bolinger, Randy" userId="5a4234cd-9449-4497-bf0e-9bb1a5fe37fb" providerId="ADAL" clId="{822D98A4-0E05-4D21-8A4D-BBD04F7B9870}" dt="2021-01-08T21:11:38.657" v="0"/>
          <ac:spMkLst>
            <pc:docMk/>
            <pc:sldMasterMk cId="2883184141" sldId="2147483723"/>
            <ac:spMk id="6" creationId="{4E174E79-B7CF-4D4C-BB59-73624E87AEC7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F64E0E-513F-4300-B88D-F63DA86B8B48}" type="datetimeFigureOut">
              <a:rPr lang="en-US" smtClean="0"/>
              <a:t>1/11/2021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0A1390-2F5E-4337-9BEC-5F90CCEDA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261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6;p13">
            <a:extLst>
              <a:ext uri="{FF2B5EF4-FFF2-40B4-BE49-F238E27FC236}">
                <a16:creationId xmlns:a16="http://schemas.microsoft.com/office/drawing/2014/main" id="{24348F6A-551A-4BB5-9CFF-50100A3EC745}"/>
              </a:ext>
            </a:extLst>
          </p:cNvPr>
          <p:cNvSpPr/>
          <p:nvPr userDrawn="1"/>
        </p:nvSpPr>
        <p:spPr>
          <a:xfrm>
            <a:off x="0" y="6656150"/>
            <a:ext cx="9231550" cy="201850"/>
          </a:xfrm>
          <a:prstGeom prst="rtTriangle">
            <a:avLst/>
          </a:prstGeom>
          <a:gradFill flip="none" rotWithShape="1">
            <a:gsLst>
              <a:gs pos="0">
                <a:srgbClr val="CC0000">
                  <a:shade val="30000"/>
                  <a:satMod val="115000"/>
                </a:srgbClr>
              </a:gs>
              <a:gs pos="50000">
                <a:srgbClr val="CC0000">
                  <a:shade val="67500"/>
                  <a:satMod val="115000"/>
                </a:srgbClr>
              </a:gs>
              <a:gs pos="100000">
                <a:srgbClr val="CC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58;p13">
            <a:extLst>
              <a:ext uri="{FF2B5EF4-FFF2-40B4-BE49-F238E27FC236}">
                <a16:creationId xmlns:a16="http://schemas.microsoft.com/office/drawing/2014/main" id="{182BAF24-DAED-4314-8CE5-36ADBB18FC5A}"/>
              </a:ext>
            </a:extLst>
          </p:cNvPr>
          <p:cNvSpPr/>
          <p:nvPr userDrawn="1"/>
        </p:nvSpPr>
        <p:spPr>
          <a:xfrm rot="16202181">
            <a:off x="994997" y="5358766"/>
            <a:ext cx="511617" cy="2501287"/>
          </a:xfrm>
          <a:prstGeom prst="diagStripe">
            <a:avLst>
              <a:gd name="adj" fmla="val 81854"/>
            </a:avLst>
          </a:prstGeom>
          <a:gradFill flip="none" rotWithShape="1">
            <a:gsLst>
              <a:gs pos="0">
                <a:schemeClr val="lt2">
                  <a:shade val="30000"/>
                  <a:satMod val="115000"/>
                </a:schemeClr>
              </a:gs>
              <a:gs pos="50000">
                <a:schemeClr val="lt2">
                  <a:shade val="67500"/>
                  <a:satMod val="115000"/>
                </a:schemeClr>
              </a:gs>
              <a:gs pos="100000">
                <a:schemeClr val="l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Google Shape;57;p13">
            <a:extLst>
              <a:ext uri="{FF2B5EF4-FFF2-40B4-BE49-F238E27FC236}">
                <a16:creationId xmlns:a16="http://schemas.microsoft.com/office/drawing/2014/main" id="{8F5C3701-1845-4E5D-9E35-DCB39987B856}"/>
              </a:ext>
            </a:extLst>
          </p:cNvPr>
          <p:cNvSpPr/>
          <p:nvPr userDrawn="1"/>
        </p:nvSpPr>
        <p:spPr>
          <a:xfrm>
            <a:off x="2" y="6421511"/>
            <a:ext cx="2501449" cy="445025"/>
          </a:xfrm>
          <a:prstGeom prst="rtTriangle">
            <a:avLst/>
          </a:prstGeom>
          <a:gradFill flip="none" rotWithShape="1">
            <a:gsLst>
              <a:gs pos="0">
                <a:srgbClr val="2613B5">
                  <a:shade val="30000"/>
                  <a:satMod val="115000"/>
                </a:srgbClr>
              </a:gs>
              <a:gs pos="50000">
                <a:srgbClr val="2613B5">
                  <a:shade val="67500"/>
                  <a:satMod val="115000"/>
                </a:srgbClr>
              </a:gs>
              <a:gs pos="100000">
                <a:srgbClr val="2613B5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F64B1598-0A11-4ADE-A8F1-25958FE59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3456" y="2349542"/>
            <a:ext cx="7931825" cy="2184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00EAF9-0718-428D-8CC4-2FAC99311C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514"/>
          <a:stretch/>
        </p:blipFill>
        <p:spPr>
          <a:xfrm>
            <a:off x="607210" y="2302099"/>
            <a:ext cx="2290860" cy="227952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9E42631-8B64-4020-9116-5174F713B1FA}"/>
              </a:ext>
            </a:extLst>
          </p:cNvPr>
          <p:cNvSpPr/>
          <p:nvPr userDrawn="1"/>
        </p:nvSpPr>
        <p:spPr>
          <a:xfrm>
            <a:off x="88490" y="98323"/>
            <a:ext cx="1504336" cy="144534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62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40E0233D-6688-4E42-962A-D128DA49A291">
            <a:extLst>
              <a:ext uri="{FF2B5EF4-FFF2-40B4-BE49-F238E27FC236}">
                <a16:creationId xmlns:a16="http://schemas.microsoft.com/office/drawing/2014/main" id="{01053F93-ADD1-4025-A9B1-B6F8498000C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72" y="5781935"/>
            <a:ext cx="825416" cy="95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079FD-F3DD-45E6-9736-FC88E2E40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FE225D5-BCD8-4C8A-AFB2-3351BCE4DF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DBDBD"/>
                </a:solidFill>
              </a:defRPr>
            </a:lvl1pPr>
          </a:lstStyle>
          <a:p>
            <a:fld id="{A47E3F7A-0EE5-45E7-B40F-D7CBCF0FD8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D98CF1B-D3CD-4E42-A764-F2AB0E564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59ADBDD4-70CA-4385-9C98-1BA05DC92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199" y="6535503"/>
            <a:ext cx="10507860" cy="184862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BDBDBD"/>
                </a:solidFill>
                <a:latin typeface="Rajdhani SemiBold" panose="02000000000000000000" pitchFamily="2" charset="0"/>
                <a:cs typeface="Rajdhani SemiBold" panose="02000000000000000000" pitchFamily="2" charset="0"/>
              </a:defRPr>
            </a:lvl1pPr>
          </a:lstStyle>
          <a:p>
            <a:pPr algn="ctr"/>
            <a:r>
              <a:rPr lang="en-US" cap="all" dirty="0">
                <a:ln w="6350">
                  <a:noFill/>
                </a:ln>
              </a:rPr>
              <a:t>ONE CIVIL AIR PATROL   </a:t>
            </a:r>
            <a:r>
              <a:rPr lang="en-US" b="1" cap="all" dirty="0">
                <a:ln w="6350">
                  <a:noFill/>
                </a:ln>
              </a:rPr>
              <a:t>|   Excelling in Service to Our Nation and Our Members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D2FF79-B540-4B99-9F3E-659733BA80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514"/>
          <a:stretch/>
        </p:blipFill>
        <p:spPr>
          <a:xfrm>
            <a:off x="140190" y="136415"/>
            <a:ext cx="1396019" cy="138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228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40E0233D-6688-4E42-962A-D128DA49A291">
            <a:extLst>
              <a:ext uri="{FF2B5EF4-FFF2-40B4-BE49-F238E27FC236}">
                <a16:creationId xmlns:a16="http://schemas.microsoft.com/office/drawing/2014/main" id="{F58F8706-2AD9-4C2E-BEEF-BE8B0C7655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72" y="5781935"/>
            <a:ext cx="825416" cy="95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1E431D-A7A4-4F20-A2BD-88F59FC81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984" y="136525"/>
            <a:ext cx="9818016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93D99-7A5E-4126-B091-6BA792DC9E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252C7-EBA6-4BE6-93B6-52C9340FE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ECECF4-D905-40B0-A856-9D7CAE06BD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7E3F7A-0EE5-45E7-B40F-D7CBCF0FD8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A63C3F-21BD-4A1B-A536-A34FF7BCB9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199" y="6535503"/>
            <a:ext cx="10507860" cy="184862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BDBDBD"/>
                </a:solidFill>
                <a:latin typeface="Rajdhani SemiBold" panose="02000000000000000000" pitchFamily="2" charset="0"/>
                <a:cs typeface="Rajdhani SemiBold" panose="02000000000000000000" pitchFamily="2" charset="0"/>
              </a:defRPr>
            </a:lvl1pPr>
          </a:lstStyle>
          <a:p>
            <a:pPr algn="ctr"/>
            <a:r>
              <a:rPr lang="en-US" b="1" cap="all" dirty="0">
                <a:ln w="6350">
                  <a:noFill/>
                </a:ln>
              </a:rPr>
              <a:t>ONE CIVIL AIR PATROL   |   Excelling in Service to Our Nation and Our Members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92FC6A-1BA3-450D-9369-DC776C59BC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514"/>
          <a:stretch/>
        </p:blipFill>
        <p:spPr>
          <a:xfrm>
            <a:off x="140190" y="136415"/>
            <a:ext cx="1396019" cy="138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040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40E0233D-6688-4E42-962A-D128DA49A291">
            <a:extLst>
              <a:ext uri="{FF2B5EF4-FFF2-40B4-BE49-F238E27FC236}">
                <a16:creationId xmlns:a16="http://schemas.microsoft.com/office/drawing/2014/main" id="{1D774B18-289A-4BEE-ABD0-30B02E6BB35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72" y="5781935"/>
            <a:ext cx="825416" cy="95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ECBF21-1D03-4DB0-9D4C-7A74FCD4D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1410" y="188913"/>
            <a:ext cx="973239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456AA-A7C4-431E-BAA0-D788BC1D6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06726-4D8C-409F-B61C-6630E723F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38F9B7-A44E-411A-BCF1-AB5151460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7BE248-7D69-490E-8147-C4EB882C9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061A147-1B50-42E4-9784-AED17788D0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7E3F7A-0EE5-45E7-B40F-D7CBCF0FD8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F3FD7789-CF63-444C-93AD-36D86D7CE7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199" y="6535503"/>
            <a:ext cx="10507860" cy="184862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BDBDBD"/>
                </a:solidFill>
                <a:latin typeface="Rajdhani SemiBold" panose="02000000000000000000" pitchFamily="2" charset="0"/>
                <a:cs typeface="Rajdhani SemiBold" panose="02000000000000000000" pitchFamily="2" charset="0"/>
              </a:defRPr>
            </a:lvl1pPr>
          </a:lstStyle>
          <a:p>
            <a:pPr algn="ctr"/>
            <a:r>
              <a:rPr lang="en-US" b="1" cap="all" dirty="0">
                <a:ln w="6350">
                  <a:noFill/>
                </a:ln>
              </a:rPr>
              <a:t>ONE CIVIL AIR PATROL   |   Excelling in Service to Our Nation and Our Members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B43080-BC88-4B21-8688-3B882F83B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514"/>
          <a:stretch/>
        </p:blipFill>
        <p:spPr>
          <a:xfrm>
            <a:off x="140190" y="136415"/>
            <a:ext cx="1396019" cy="138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913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40E0233D-6688-4E42-962A-D128DA49A291">
            <a:extLst>
              <a:ext uri="{FF2B5EF4-FFF2-40B4-BE49-F238E27FC236}">
                <a16:creationId xmlns:a16="http://schemas.microsoft.com/office/drawing/2014/main" id="{7211D7CD-A214-4743-9223-4FAAC153F1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72" y="5781935"/>
            <a:ext cx="825416" cy="95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4B4B67-2F88-4C02-A1E3-BC8D47402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556" y="149242"/>
            <a:ext cx="9751243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BE18F-E527-4C34-985A-AD6904315D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7E3F7A-0EE5-45E7-B40F-D7CBCF0FD8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A197D14D-EC99-4C00-A68F-B84193D57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199" y="6535503"/>
            <a:ext cx="10507860" cy="184862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BDBDBD"/>
                </a:solidFill>
                <a:latin typeface="Rajdhani SemiBold" panose="02000000000000000000" pitchFamily="2" charset="0"/>
                <a:cs typeface="Rajdhani SemiBold" panose="02000000000000000000" pitchFamily="2" charset="0"/>
              </a:defRPr>
            </a:lvl1pPr>
          </a:lstStyle>
          <a:p>
            <a:pPr algn="ctr"/>
            <a:r>
              <a:rPr lang="en-US" b="1" cap="all" dirty="0">
                <a:ln w="6350">
                  <a:noFill/>
                </a:ln>
              </a:rPr>
              <a:t>ONE CIVIL AIR PATROL   |   Excelling in Service to Our Nation and Our Members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7491AA-294A-4504-80CB-D0E1BBBC47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514"/>
          <a:stretch/>
        </p:blipFill>
        <p:spPr>
          <a:xfrm>
            <a:off x="140190" y="136415"/>
            <a:ext cx="1396019" cy="138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52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40E0233D-6688-4E42-962A-D128DA49A291">
            <a:extLst>
              <a:ext uri="{FF2B5EF4-FFF2-40B4-BE49-F238E27FC236}">
                <a16:creationId xmlns:a16="http://schemas.microsoft.com/office/drawing/2014/main" id="{8182F636-BBEF-45FC-AF1C-7B958DB2F0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72" y="5781935"/>
            <a:ext cx="825416" cy="95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28CC3-5CE8-413B-9C2B-298157925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057400"/>
            <a:ext cx="6172200" cy="3803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29FFA-977D-4A08-A1A9-5BA43CA6C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FD9F4-20DF-4295-B890-812B9A3B7C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7E3F7A-0EE5-45E7-B40F-D7CBCF0FD8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0FFD026-36F0-4F6C-8173-C96885D48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E45134-DF26-42C7-A61D-83772BE83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199" y="6535503"/>
            <a:ext cx="10507860" cy="184862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BDBDBD"/>
                </a:solidFill>
                <a:latin typeface="Rajdhani SemiBold" panose="02000000000000000000" pitchFamily="2" charset="0"/>
                <a:cs typeface="Rajdhani SemiBold" panose="02000000000000000000" pitchFamily="2" charset="0"/>
              </a:defRPr>
            </a:lvl1pPr>
          </a:lstStyle>
          <a:p>
            <a:pPr algn="ctr"/>
            <a:r>
              <a:rPr lang="en-US" b="1" cap="all" dirty="0">
                <a:ln w="6350">
                  <a:noFill/>
                </a:ln>
              </a:rPr>
              <a:t>ONE CIVIL AIR PATROL   |   Excelling in Service to Our Nation and Our Members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0AF513-6667-401C-AB80-8476B0F270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514"/>
          <a:stretch/>
        </p:blipFill>
        <p:spPr>
          <a:xfrm>
            <a:off x="140190" y="136415"/>
            <a:ext cx="1396019" cy="138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67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40E0233D-6688-4E42-962A-D128DA49A291">
            <a:extLst>
              <a:ext uri="{FF2B5EF4-FFF2-40B4-BE49-F238E27FC236}">
                <a16:creationId xmlns:a16="http://schemas.microsoft.com/office/drawing/2014/main" id="{4A5FC7B8-4876-4CFC-A782-4BED6BDF87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72" y="5781935"/>
            <a:ext cx="825416" cy="95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1D2261-4825-48A7-AF21-30EB9B9597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57400"/>
            <a:ext cx="6172200" cy="38036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80A55-EAA8-4E4B-B6A1-6814EF241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5C9E10-A2BD-453B-BB04-FC2639D57E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7E3F7A-0EE5-45E7-B40F-D7CBCF0FD8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53A5F33E-5E01-4250-BCD6-6C4F8022E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3924AD-5E64-4112-875C-39B1FD57F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199" y="6535503"/>
            <a:ext cx="10507860" cy="184862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BDBDBD"/>
                </a:solidFill>
                <a:latin typeface="Rajdhani SemiBold" panose="02000000000000000000" pitchFamily="2" charset="0"/>
                <a:cs typeface="Rajdhani SemiBold" panose="02000000000000000000" pitchFamily="2" charset="0"/>
              </a:defRPr>
            </a:lvl1pPr>
          </a:lstStyle>
          <a:p>
            <a:pPr algn="ctr"/>
            <a:r>
              <a:rPr lang="en-US" b="1" cap="all" dirty="0">
                <a:ln w="6350">
                  <a:noFill/>
                </a:ln>
              </a:rPr>
              <a:t>ONE CIVIL AIR PATROL   |   Excelling in Service to Our Nation and Our Members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C06AE4-9C7F-4785-ACE1-0003CE6906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514"/>
          <a:stretch/>
        </p:blipFill>
        <p:spPr>
          <a:xfrm>
            <a:off x="140190" y="136415"/>
            <a:ext cx="1396019" cy="138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157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D515C8-AD4A-4C7F-A43D-6781C82B8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1410" y="167158"/>
            <a:ext cx="97323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90FB7-BA14-4A2D-8E12-1C51D0F5C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D92660-4083-4432-A3C4-01EB904B0D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l="6514"/>
          <a:stretch/>
        </p:blipFill>
        <p:spPr>
          <a:xfrm>
            <a:off x="140190" y="136415"/>
            <a:ext cx="1396019" cy="1389112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1626888-99C9-4F70-9675-FEEED1ACE8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2666" y="6459897"/>
            <a:ext cx="956865" cy="321416"/>
          </a:xfrm>
          <a:prstGeom prst="rect">
            <a:avLst/>
          </a:prstGeom>
        </p:spPr>
        <p:txBody>
          <a:bodyPr/>
          <a:lstStyle>
            <a:lvl1pPr algn="r">
              <a:defRPr sz="1600" b="1">
                <a:solidFill>
                  <a:srgbClr val="BDBDBD"/>
                </a:solidFill>
                <a:latin typeface="Arial Black" panose="020B0A04020102020204" pitchFamily="34" charset="0"/>
              </a:defRPr>
            </a:lvl1pPr>
          </a:lstStyle>
          <a:p>
            <a:fld id="{A47E3F7A-0EE5-45E7-B40F-D7CBCF0FD8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0839D0-C84D-4248-B64C-208C59DB3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199" y="6535503"/>
            <a:ext cx="10507860" cy="184862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BDBDBD"/>
                </a:solidFill>
                <a:latin typeface="Rajdhani SemiBold" panose="02000000000000000000" pitchFamily="2" charset="0"/>
                <a:cs typeface="Rajdhani SemiBold" panose="02000000000000000000" pitchFamily="2" charset="0"/>
              </a:defRPr>
            </a:lvl1pPr>
          </a:lstStyle>
          <a:p>
            <a:pPr algn="ctr"/>
            <a:r>
              <a:rPr lang="en-US" b="1" cap="all" dirty="0">
                <a:ln w="6350">
                  <a:noFill/>
                </a:ln>
              </a:rPr>
              <a:t>ONE CIVIL AIR PATROL   |   Excelling in Service to Our Nation and Our Members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286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6" r:id="rId6"/>
    <p:sldLayoutId id="2147483657" r:id="rId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DF0DDE-1E40-4828-90C9-76298BD9C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3456" y="2349542"/>
            <a:ext cx="7931825" cy="2184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7" name="Google Shape;56;p13">
            <a:extLst>
              <a:ext uri="{FF2B5EF4-FFF2-40B4-BE49-F238E27FC236}">
                <a16:creationId xmlns:a16="http://schemas.microsoft.com/office/drawing/2014/main" id="{1F90D5CE-E283-4EA8-81AF-F6B67BC3AF9F}"/>
              </a:ext>
            </a:extLst>
          </p:cNvPr>
          <p:cNvSpPr/>
          <p:nvPr userDrawn="1"/>
        </p:nvSpPr>
        <p:spPr>
          <a:xfrm>
            <a:off x="0" y="6656150"/>
            <a:ext cx="9231550" cy="201850"/>
          </a:xfrm>
          <a:prstGeom prst="rtTriangle">
            <a:avLst/>
          </a:prstGeom>
          <a:gradFill flip="none" rotWithShape="1">
            <a:gsLst>
              <a:gs pos="0">
                <a:srgbClr val="CC0000">
                  <a:shade val="30000"/>
                  <a:satMod val="115000"/>
                </a:srgbClr>
              </a:gs>
              <a:gs pos="50000">
                <a:srgbClr val="CC0000">
                  <a:shade val="67500"/>
                  <a:satMod val="115000"/>
                </a:srgbClr>
              </a:gs>
              <a:gs pos="100000">
                <a:srgbClr val="CC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58;p13">
            <a:extLst>
              <a:ext uri="{FF2B5EF4-FFF2-40B4-BE49-F238E27FC236}">
                <a16:creationId xmlns:a16="http://schemas.microsoft.com/office/drawing/2014/main" id="{EE18A59B-E11B-4378-94C3-434696E4AC07}"/>
              </a:ext>
            </a:extLst>
          </p:cNvPr>
          <p:cNvSpPr/>
          <p:nvPr userDrawn="1"/>
        </p:nvSpPr>
        <p:spPr>
          <a:xfrm rot="16202181">
            <a:off x="994997" y="5358766"/>
            <a:ext cx="511617" cy="2501287"/>
          </a:xfrm>
          <a:prstGeom prst="diagStripe">
            <a:avLst>
              <a:gd name="adj" fmla="val 81854"/>
            </a:avLst>
          </a:prstGeom>
          <a:gradFill flip="none" rotWithShape="1">
            <a:gsLst>
              <a:gs pos="0">
                <a:schemeClr val="lt2">
                  <a:shade val="30000"/>
                  <a:satMod val="115000"/>
                </a:schemeClr>
              </a:gs>
              <a:gs pos="50000">
                <a:schemeClr val="lt2">
                  <a:shade val="67500"/>
                  <a:satMod val="115000"/>
                </a:schemeClr>
              </a:gs>
              <a:gs pos="100000">
                <a:schemeClr val="l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Google Shape;57;p13">
            <a:extLst>
              <a:ext uri="{FF2B5EF4-FFF2-40B4-BE49-F238E27FC236}">
                <a16:creationId xmlns:a16="http://schemas.microsoft.com/office/drawing/2014/main" id="{5BAC9F49-A0D9-4E6B-912E-4E49AA34168E}"/>
              </a:ext>
            </a:extLst>
          </p:cNvPr>
          <p:cNvSpPr/>
          <p:nvPr userDrawn="1"/>
        </p:nvSpPr>
        <p:spPr>
          <a:xfrm>
            <a:off x="2" y="6421511"/>
            <a:ext cx="2501449" cy="445025"/>
          </a:xfrm>
          <a:prstGeom prst="rtTriangle">
            <a:avLst/>
          </a:prstGeom>
          <a:gradFill flip="none" rotWithShape="1">
            <a:gsLst>
              <a:gs pos="0">
                <a:srgbClr val="2613B5">
                  <a:shade val="30000"/>
                  <a:satMod val="115000"/>
                </a:srgbClr>
              </a:gs>
              <a:gs pos="50000">
                <a:srgbClr val="2613B5">
                  <a:shade val="67500"/>
                  <a:satMod val="115000"/>
                </a:srgbClr>
              </a:gs>
              <a:gs pos="100000">
                <a:srgbClr val="2613B5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C54E01-8F9D-486C-B835-6A52B9870E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514"/>
          <a:stretch/>
        </p:blipFill>
        <p:spPr>
          <a:xfrm>
            <a:off x="607210" y="2302099"/>
            <a:ext cx="2290860" cy="227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11253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DF0DDE-1E40-4828-90C9-76298BD9C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3456" y="2349542"/>
            <a:ext cx="7931825" cy="2184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7" name="Google Shape;56;p13">
            <a:extLst>
              <a:ext uri="{FF2B5EF4-FFF2-40B4-BE49-F238E27FC236}">
                <a16:creationId xmlns:a16="http://schemas.microsoft.com/office/drawing/2014/main" id="{1F90D5CE-E283-4EA8-81AF-F6B67BC3AF9F}"/>
              </a:ext>
            </a:extLst>
          </p:cNvPr>
          <p:cNvSpPr/>
          <p:nvPr userDrawn="1"/>
        </p:nvSpPr>
        <p:spPr>
          <a:xfrm>
            <a:off x="0" y="6656150"/>
            <a:ext cx="9231550" cy="201850"/>
          </a:xfrm>
          <a:prstGeom prst="rtTriangle">
            <a:avLst/>
          </a:prstGeom>
          <a:gradFill flip="none" rotWithShape="1">
            <a:gsLst>
              <a:gs pos="0">
                <a:srgbClr val="CC0000">
                  <a:shade val="30000"/>
                  <a:satMod val="115000"/>
                </a:srgbClr>
              </a:gs>
              <a:gs pos="50000">
                <a:srgbClr val="CC0000">
                  <a:shade val="67500"/>
                  <a:satMod val="115000"/>
                </a:srgbClr>
              </a:gs>
              <a:gs pos="100000">
                <a:srgbClr val="CC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58;p13">
            <a:extLst>
              <a:ext uri="{FF2B5EF4-FFF2-40B4-BE49-F238E27FC236}">
                <a16:creationId xmlns:a16="http://schemas.microsoft.com/office/drawing/2014/main" id="{EE18A59B-E11B-4378-94C3-434696E4AC07}"/>
              </a:ext>
            </a:extLst>
          </p:cNvPr>
          <p:cNvSpPr/>
          <p:nvPr userDrawn="1"/>
        </p:nvSpPr>
        <p:spPr>
          <a:xfrm rot="16202181">
            <a:off x="994997" y="5358766"/>
            <a:ext cx="511617" cy="2501287"/>
          </a:xfrm>
          <a:prstGeom prst="diagStripe">
            <a:avLst>
              <a:gd name="adj" fmla="val 81854"/>
            </a:avLst>
          </a:prstGeom>
          <a:gradFill flip="none" rotWithShape="1">
            <a:gsLst>
              <a:gs pos="0">
                <a:schemeClr val="lt2">
                  <a:shade val="30000"/>
                  <a:satMod val="115000"/>
                </a:schemeClr>
              </a:gs>
              <a:gs pos="50000">
                <a:schemeClr val="lt2">
                  <a:shade val="67500"/>
                  <a:satMod val="115000"/>
                </a:schemeClr>
              </a:gs>
              <a:gs pos="100000">
                <a:schemeClr val="lt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Google Shape;57;p13">
            <a:extLst>
              <a:ext uri="{FF2B5EF4-FFF2-40B4-BE49-F238E27FC236}">
                <a16:creationId xmlns:a16="http://schemas.microsoft.com/office/drawing/2014/main" id="{5BAC9F49-A0D9-4E6B-912E-4E49AA34168E}"/>
              </a:ext>
            </a:extLst>
          </p:cNvPr>
          <p:cNvSpPr/>
          <p:nvPr userDrawn="1"/>
        </p:nvSpPr>
        <p:spPr>
          <a:xfrm>
            <a:off x="2" y="6421511"/>
            <a:ext cx="2501449" cy="445025"/>
          </a:xfrm>
          <a:prstGeom prst="rtTriangle">
            <a:avLst/>
          </a:prstGeom>
          <a:gradFill flip="none" rotWithShape="1">
            <a:gsLst>
              <a:gs pos="0">
                <a:srgbClr val="2613B5">
                  <a:shade val="30000"/>
                  <a:satMod val="115000"/>
                </a:srgbClr>
              </a:gs>
              <a:gs pos="50000">
                <a:srgbClr val="2613B5">
                  <a:shade val="67500"/>
                  <a:satMod val="115000"/>
                </a:srgbClr>
              </a:gs>
              <a:gs pos="100000">
                <a:srgbClr val="2613B5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C54E01-8F9D-486C-B835-6A52B9870E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514"/>
          <a:stretch/>
        </p:blipFill>
        <p:spPr>
          <a:xfrm>
            <a:off x="607210" y="2302099"/>
            <a:ext cx="2290860" cy="227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155932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9FE1A-0946-405C-8B33-227D1CDA2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1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1527C7-D2B3-45BB-8346-15E2046FAA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7E3F7A-0EE5-45E7-B40F-D7CBCF0FD8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3CAE0-E48F-47C6-893D-80D78BAC5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en-US" cap="all" dirty="0">
                <a:ln w="6350">
                  <a:noFill/>
                </a:ln>
              </a:rPr>
              <a:t>ONE CIVIL AIR PATROL   </a:t>
            </a:r>
            <a:r>
              <a:rPr lang="en-US" b="1" cap="all" dirty="0">
                <a:ln w="6350">
                  <a:noFill/>
                </a:ln>
              </a:rPr>
              <a:t>|   Excelling in Service to Our Nation and Our Members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978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9B18AC8-EB39-4107-A6AF-8F7FEC593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064" y="2225071"/>
            <a:ext cx="1873188" cy="2156117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2B64D9-60CC-41A0-9FDC-288274C08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610" y="1835727"/>
            <a:ext cx="488883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1) Do not alter slide master</a:t>
            </a:r>
          </a:p>
          <a:p>
            <a:pPr lvl="1"/>
            <a:r>
              <a:rPr lang="en-US" b="1" dirty="0"/>
              <a:t>Font</a:t>
            </a:r>
            <a:r>
              <a:rPr lang="en-US" dirty="0"/>
              <a:t>: Arial (avoid </a:t>
            </a:r>
            <a:r>
              <a:rPr lang="en-US" sz="2000" dirty="0">
                <a:latin typeface="Comic Sans MS" panose="030F0702030302020204" pitchFamily="66" charset="0"/>
              </a:rPr>
              <a:t>Comic Sans</a:t>
            </a:r>
            <a:r>
              <a:rPr lang="en-US" dirty="0"/>
              <a:t>,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Cambria</a:t>
            </a:r>
            <a:r>
              <a:rPr lang="en-US" dirty="0">
                <a:latin typeface="Chiller" panose="04020404031007020602" pitchFamily="82" charset="0"/>
              </a:rPr>
              <a:t>, </a:t>
            </a:r>
            <a:r>
              <a:rPr lang="en-US" sz="2800" dirty="0">
                <a:latin typeface="Chiller" panose="04020404031007020602" pitchFamily="82" charset="0"/>
                <a:cs typeface="Times New Roman" panose="02020603050405020304" pitchFamily="18" charset="0"/>
              </a:rPr>
              <a:t>Chiller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Showcard Gothic" panose="04020904020102020604" pitchFamily="82" charset="0"/>
              </a:rPr>
              <a:t>Showcard</a:t>
            </a:r>
            <a:r>
              <a:rPr lang="en-US" dirty="0"/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 New Roman</a:t>
            </a:r>
            <a:r>
              <a:rPr lang="en-US" dirty="0"/>
              <a:t>, etc.)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/>
              <a:t>Title and text color: </a:t>
            </a:r>
            <a:r>
              <a:rPr lang="en-US" dirty="0"/>
              <a:t>black for title and text</a:t>
            </a:r>
          </a:p>
          <a:p>
            <a:pPr lvl="1"/>
            <a:r>
              <a:rPr lang="en-US" b="1" dirty="0"/>
              <a:t>Text size</a:t>
            </a:r>
            <a:r>
              <a:rPr lang="en-US" dirty="0"/>
              <a:t>: adjust as needed for copy length (if point size goes below 20, there may be too much copy on the slide)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069CF2-2ECF-47AC-862B-13D7FA7ABA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7E3F7A-0EE5-45E7-B40F-D7CBCF0FD8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322B76-98BD-4AF4-8E7F-36078C76E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4" y="167158"/>
            <a:ext cx="10812184" cy="1359801"/>
          </a:xfrm>
        </p:spPr>
        <p:txBody>
          <a:bodyPr/>
          <a:lstStyle/>
          <a:p>
            <a:r>
              <a:rPr lang="en-US" dirty="0"/>
              <a:t>DELETE THIS SLIDE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D3225-2C2F-4206-BE80-700888090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en-US" b="1" cap="all">
                <a:ln w="6350">
                  <a:noFill/>
                </a:ln>
              </a:rPr>
              <a:t>ONE CIVIL AIR PATROL   |   Excelling in Service to Our Nation and Our Members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D7F1B0-3675-42FA-A954-9469E1F1AA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6589" y="3104264"/>
            <a:ext cx="1751861" cy="13138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1EF5E6-3F41-4AB6-8408-92DBDDC9D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6020" y="4956043"/>
            <a:ext cx="1058919" cy="12188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2340902-01F0-4CA8-8874-E42A9713B645}"/>
              </a:ext>
            </a:extLst>
          </p:cNvPr>
          <p:cNvSpPr/>
          <p:nvPr/>
        </p:nvSpPr>
        <p:spPr>
          <a:xfrm>
            <a:off x="10521435" y="4893972"/>
            <a:ext cx="1081832" cy="12155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&quot;Not Allowed&quot; Symbol 6">
            <a:extLst>
              <a:ext uri="{FF2B5EF4-FFF2-40B4-BE49-F238E27FC236}">
                <a16:creationId xmlns:a16="http://schemas.microsoft.com/office/drawing/2014/main" id="{955E96A3-4246-4581-A70B-DEB82A39E719}"/>
              </a:ext>
            </a:extLst>
          </p:cNvPr>
          <p:cNvSpPr/>
          <p:nvPr/>
        </p:nvSpPr>
        <p:spPr>
          <a:xfrm>
            <a:off x="9841834" y="2803360"/>
            <a:ext cx="1179094" cy="1179094"/>
          </a:xfrm>
          <a:prstGeom prst="noSmoking">
            <a:avLst>
              <a:gd name="adj" fmla="val 755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F95DF569-7F7D-4D5F-9337-6754BC3D8218}"/>
              </a:ext>
            </a:extLst>
          </p:cNvPr>
          <p:cNvSpPr txBox="1">
            <a:spLocks/>
          </p:cNvSpPr>
          <p:nvPr/>
        </p:nvSpPr>
        <p:spPr>
          <a:xfrm>
            <a:off x="6172481" y="1829147"/>
            <a:ext cx="453971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2) 2021 theme graphic</a:t>
            </a:r>
          </a:p>
          <a:p>
            <a:r>
              <a:rPr lang="en-US" sz="2400" dirty="0"/>
              <a:t>Do not partially cover the graphic with words or images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If more real estate is required on the slide, hide the       entire graphic behind a     white box (with no border)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C9D625A6-D1C4-4CEC-A608-2DA9127BADF6}"/>
              </a:ext>
            </a:extLst>
          </p:cNvPr>
          <p:cNvSpPr/>
          <p:nvPr/>
        </p:nvSpPr>
        <p:spPr>
          <a:xfrm>
            <a:off x="10202783" y="5281862"/>
            <a:ext cx="842211" cy="45720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59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65A1A7D257BE4CA5E9148657A134CB" ma:contentTypeVersion="13" ma:contentTypeDescription="Create a new document." ma:contentTypeScope="" ma:versionID="0c5fcd4c8f0ca9abd49135eb2b219630">
  <xsd:schema xmlns:xsd="http://www.w3.org/2001/XMLSchema" xmlns:xs="http://www.w3.org/2001/XMLSchema" xmlns:p="http://schemas.microsoft.com/office/2006/metadata/properties" xmlns:ns3="43153cf9-c6eb-4580-850f-3103eda557c4" xmlns:ns4="1c0a308b-34e8-42b4-a911-760bb776223e" targetNamespace="http://schemas.microsoft.com/office/2006/metadata/properties" ma:root="true" ma:fieldsID="2280bc314467b45febf96c0b62aeb93e" ns3:_="" ns4:_="">
    <xsd:import namespace="43153cf9-c6eb-4580-850f-3103eda557c4"/>
    <xsd:import namespace="1c0a308b-34e8-42b4-a911-760bb776223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153cf9-c6eb-4580-850f-3103eda557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0a308b-34e8-42b4-a911-760bb776223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03FCD22-D9E6-436A-83AA-EC490A79C8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6D9778-690B-479A-8606-62D58BCDF98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B3218A1-4E55-4B29-8635-8054718894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153cf9-c6eb-4580-850f-3103eda557c4"/>
    <ds:schemaRef ds:uri="1c0a308b-34e8-42b4-a911-760bb77622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135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Arial</vt:lpstr>
      <vt:lpstr>Arial Black</vt:lpstr>
      <vt:lpstr>Calibri</vt:lpstr>
      <vt:lpstr>Cambria</vt:lpstr>
      <vt:lpstr>Chiller</vt:lpstr>
      <vt:lpstr>Comic Sans MS</vt:lpstr>
      <vt:lpstr>Rajdhani SemiBold</vt:lpstr>
      <vt:lpstr>Showcard Gothic</vt:lpstr>
      <vt:lpstr>Times New Roman</vt:lpstr>
      <vt:lpstr>Office Theme</vt:lpstr>
      <vt:lpstr>4_Custom Design</vt:lpstr>
      <vt:lpstr>3_Custom Design</vt:lpstr>
      <vt:lpstr>PowerPoint Presentation</vt:lpstr>
      <vt:lpstr>PowerPoint Presentation</vt:lpstr>
      <vt:lpstr>DELETE THIS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Randy S. Bolinger</dc:creator>
  <cp:lastModifiedBy>Randy S. Bolinger</cp:lastModifiedBy>
  <cp:revision>26</cp:revision>
  <dcterms:created xsi:type="dcterms:W3CDTF">2020-01-13T17:43:42Z</dcterms:created>
  <dcterms:modified xsi:type="dcterms:W3CDTF">2021-01-12T01:27:56Z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0x0101002665A1A7D257BE4CA5E9148657A134CB</vt:lpwstr>
  </property>
</Properties>
</file>